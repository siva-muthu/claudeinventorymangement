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Factory Inventory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AEC0"/>
                </a:solidFill>
              </a:rPr>
              <a:t>Application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Vue 3  +  FastAPI  +  In-Memory Data  ·  Full-Stack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System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Full-stack web application for factory inventory management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Three-tier architecture:  Frontend  ·  Backend API  ·  Data Layer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Frontend:  Vue 3 (port 3000) served by Vite dev server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Backend:  Python FastAPI (port 8001) with Uvicorn ASGI server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Data:  JSON flat files loaded into memory at startup — no database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Communication:  REST API over HTTP via Axios client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Frontend — Vue 3 + Vite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08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4086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0867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Vue 3 Composition API (&lt;script setup&gt;)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Vite build tool &amp; dev server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Vue Router for client-side navigation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Axios for HTTP requests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Scoped CSS — no external UI library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Custom SVG charts (no chart library)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188720"/>
            <a:ext cx="18288" cy="5394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188720"/>
            <a:ext cx="5408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Directory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1600200"/>
            <a:ext cx="54086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7356" y="1691640"/>
            <a:ext cx="540867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client/src/views/      — 7 page-level components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client/src/components/ — Reusable UI components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client/src/composables/— Shared reactive logic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client/src/api.js      — Centralised API client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client/src/App.vue     — Root layout + sidebar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client/src/main.js     — App entry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Backend — Python FastAPI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08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4086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0867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Python 3.11+ with FastAPI framework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Uvicorn ASGI server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Pydantic v2 for request/response validation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CORS middleware (allows localhost:3000)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In-memory data store — no ORM, no database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uv for dependency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188720"/>
            <a:ext cx="18288" cy="5394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188720"/>
            <a:ext cx="5408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Directory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1600200"/>
            <a:ext cx="54086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7356" y="1691640"/>
            <a:ext cx="540867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server/main.py         — FastAPI app + all route handlers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server/mock_data.py    — Data loading + filtering logic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server/data/*.json     — Raw data files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server/requirements.txt— Python dependencies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All data loaded once at startup into module-level variables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Data Layer — JSON + In-Memory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No database — all data lives in server/data/ as JSON flat files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Files:  orders.json · inventory.json · backlog.json · demand.json · spending.json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mock_data.py reads all files once at startup into Python lists/dicts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Filtering is done in-memory using Python list comprehensions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Pydantic models validate every API response before it leaves the server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Data mutations (e.g. creating a PO) update in-memory state only — resets on restart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1 →  User changes a filter in the FilterBar (Vue reactive ref updates)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2 →  useFilters composable broadcasts the change to all views via shared state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3 →  Each view calls its loadData() function with current filter values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4 →  client/src/api.js builds the query string and fires an Axios GET request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5 →  FastAPI receives the request, extracts query params, passes to mock_data.py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6 →  mock_data.py filters in-memory lists and returns matching records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7 →  FastAPI validates the result through Pydantic models and serialises to JSON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8 →  Axios resolves the promise; Vue stores raw data in ref() variables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9 →  Computed properties derive display values; Vue re-renders reactively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Global Filter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Four global filters apply across all pages simultaneously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Time Period  — month selector (Jan–Dec or All Months)  →  'month' query param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Location     — warehouse selector (San Francisco / London / Tokyo)  →  'warehouse'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Category     — product category  →  'category' query param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Order Status — Delivered / Shipped / Processing / Backordered  →  'status'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Filters stored in useFilters composable — single source of truth across all views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Inventory endpoints ignore 'month' (no time dimension on stock levels)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Revenue goal auto-adjusts:  $800K/month  or  $9.6M for the full year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REST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Base URL:  http://localhost:8001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/api/inventory              — Stock levels          filters: warehouse, category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/api/inventory/{id}         — Single item detail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/api/orders                 — Order list            filters: warehouse, category, status, month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/api/orders/{id}            — Single order detail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/api/dashboard/summary      — KPI aggregates        all 4 filters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/api/demand                 — Demand forecast data  no filters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/api/backlog                — Shortage/backlog items no filters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/api/spending/summary       — Spend overview        no filters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/api/spending/monthly       — Monthly spend breakdown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/api/spending/categories    — Spend by category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GET /api/spending/transactions  — Transaction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Application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08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4086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0867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Overview (Dashboard)  —  /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Inventory             —  /inventory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Orders                —  /orders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Finance               —  /spending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Demand Forecast       —  /demand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Restocking            —  /restocking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Reports               —  /reports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188720"/>
            <a:ext cx="18288" cy="5394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188720"/>
            <a:ext cx="5408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Dashboard Sections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1600200"/>
            <a:ext cx="54086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7356" y="1691640"/>
            <a:ext cx="540867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KPI cards (turnover rate, fill rate, revenue, processing time)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Order health donut chart + metrics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Inventory value by category bar chart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Order trend line chart (monthly)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Inventory shortages table with Create PO actions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4748B"/>
                </a:solidFill>
              </a:rPr>
              <a:t>  •  Top products by revenue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Key Design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745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Composable pattern  —  useFilters · useAuth · useI18n share state across components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Ref / Computed split  —  raw API data in ref(), derived display values in computed()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Centralised API client  —  all HTTP calls go through api.js, never directly from components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Filter propagation  —  watch([...filters], loadData) triggers reload on any filter change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Unique v-for keys  —  always use sku · order_id · month  (never array index)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Date validation  —  every new Date(str) call guarded with isNaN(date.getTime())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Modal pattern  —  &lt;Teleport to='body'&gt; + &lt;Transition&gt; for all overlay dialogs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64748B"/>
                </a:solidFill>
              </a:rPr>
              <a:t>  •  No external UI library  —  custom scoped CSS with slate/gray design tokens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